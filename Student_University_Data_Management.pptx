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Student University Data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By Aditi Morghade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Student University Data Management System stores and manages student, course, and enrollment data efficiently. It helps automate university data operations and provides easy access through SQL queries.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Design a structured SQL database for student data.</a:t>
            </a:r>
          </a:p>
          <a:p>
            <a:r>
              <a:t>- Simplify enrollment tracking and course allocation.</a:t>
            </a:r>
          </a:p>
          <a:p>
            <a:r>
              <a:t>- Demonstrate SQL commands: CREATE, INSERT, SELECT, JOIN, UPDATE.</a:t>
            </a:r>
          </a:p>
          <a:p>
            <a:r>
              <a:t>- Maintain data accuracy and reduce redundancy.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1828800" cy="91440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t>Student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828800"/>
            <a:ext cx="1828800" cy="91440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t>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3200400"/>
            <a:ext cx="1828800" cy="91440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t>Enrollment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TABLE Student (</a:t>
            </a:r>
          </a:p>
          <a:p>
            <a:r>
              <a:t>  Student_ID INT PRIMARY KEY,</a:t>
            </a:r>
          </a:p>
          <a:p>
            <a:r>
              <a:t>  Student_Name VARCHAR(50),</a:t>
            </a:r>
          </a:p>
          <a:p>
            <a:r>
              <a:t>  Gender CHAR(1),</a:t>
            </a:r>
          </a:p>
          <a:p>
            <a:r>
              <a:t>  Age INT</a:t>
            </a:r>
          </a:p>
          <a:p>
            <a:r>
              <a:t>);</a:t>
            </a:r>
          </a:p>
          <a:p/>
          <a:p>
            <a:r>
              <a:t>CREATE TABLE Course (</a:t>
            </a:r>
          </a:p>
          <a:p>
            <a:r>
              <a:t>  Course_ID INT PRIMARY KEY,</a:t>
            </a:r>
          </a:p>
          <a:p>
            <a:r>
              <a:t>  Course_Name VARCHAR(50),</a:t>
            </a:r>
          </a:p>
          <a:p>
            <a:r>
              <a:t>  Credits INT</a:t>
            </a:r>
          </a:p>
          <a:p>
            <a:r>
              <a:t>);</a:t>
            </a:r>
          </a:p>
          <a:p/>
          <a:p>
            <a:r>
              <a:t>CREATE TABLE Enrollment (</a:t>
            </a:r>
          </a:p>
          <a:p>
            <a:r>
              <a:t>  Enroll_ID INT PRIMARY KEY,</a:t>
            </a:r>
          </a:p>
          <a:p>
            <a:r>
              <a:t>  Student_ID INT,</a:t>
            </a:r>
          </a:p>
          <a:p>
            <a:r>
              <a:t>  Course_ID INT,</a:t>
            </a:r>
          </a:p>
          <a:p>
            <a:r>
              <a:t>  Grade CHAR(2),</a:t>
            </a:r>
          </a:p>
          <a:p>
            <a:r>
              <a:t>  FOREIGN KEY (Student_ID) REFERENCES Student(Student_ID),</a:t>
            </a:r>
          </a:p>
          <a:p>
            <a:r>
              <a:t>  FOREIGN KEY (Course_ID) REFERENCES Course(Course_ID)</a:t>
            </a:r>
          </a:p>
          <a:p>
            <a:r>
              <a:t>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Insertion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INTO Student VALUES </a:t>
            </a:r>
          </a:p>
          <a:p>
            <a:r>
              <a:t>(101, 'Aditi Morghade', 'F', 20),</a:t>
            </a:r>
          </a:p>
          <a:p>
            <a:r>
              <a:t>(102, 'Rahul Patil', 'M', 21);</a:t>
            </a:r>
          </a:p>
          <a:p/>
          <a:p>
            <a:r>
              <a:t>INSERT INTO Course VALUES </a:t>
            </a:r>
          </a:p>
          <a:p>
            <a:r>
              <a:t>(201, 'Database Systems', 4),</a:t>
            </a:r>
          </a:p>
          <a:p>
            <a:r>
              <a:t>(202, 'Operating Systems', 3);</a:t>
            </a:r>
          </a:p>
          <a:p/>
          <a:p>
            <a:r>
              <a:t>INSERT INTO Enrollment VALUES </a:t>
            </a:r>
          </a:p>
          <a:p>
            <a:r>
              <a:t>(301, 101, 201, 'A'),</a:t>
            </a:r>
          </a:p>
          <a:p>
            <a:r>
              <a:t>(302, 102, 202, 'B');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-- View all students</a:t>
            </a:r>
          </a:p>
          <a:p>
            <a:r>
              <a:t>SELECT * FROM Student;</a:t>
            </a:r>
          </a:p>
          <a:p/>
          <a:p>
            <a:r>
              <a:t>-- Students with their courses and grades</a:t>
            </a:r>
          </a:p>
          <a:p>
            <a:r>
              <a:t>SELECT S.Student_Name, C.Course_Name, E.Grade</a:t>
            </a:r>
          </a:p>
          <a:p>
            <a:r>
              <a:t>FROM Enrollment E</a:t>
            </a:r>
          </a:p>
          <a:p>
            <a:r>
              <a:t>JOIN Student S ON E.Student_ID = S.Student_ID</a:t>
            </a:r>
          </a:p>
          <a:p>
            <a:r>
              <a:t>JOIN Course C ON E.Course_ID = C.Course_ID;</a:t>
            </a:r>
          </a:p>
          <a:p/>
          <a:p>
            <a:r>
              <a:t>-- Number of students per course</a:t>
            </a:r>
          </a:p>
          <a:p>
            <a:r>
              <a:t>SELECT C.Course_Name, COUNT(E.Student_ID) AS Total_Students</a:t>
            </a:r>
          </a:p>
          <a:p>
            <a:r>
              <a:t>FROM Enrollment E</a:t>
            </a:r>
          </a:p>
          <a:p>
            <a:r>
              <a:t>JOIN Course C ON E.Course_ID = C.Course_ID</a:t>
            </a:r>
          </a:p>
          <a:p>
            <a:r>
              <a:t>GROUP BY C.Course_Name;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Database stores and retrieves student data efficiently.</a:t>
            </a:r>
          </a:p>
          <a:p>
            <a:r>
              <a:t>✅ Demonstrates SQL queries, joins, and constraints.</a:t>
            </a:r>
          </a:p>
          <a:p>
            <a:r>
              <a:t>✅ Simplifies university data operations.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Add attendance and marks tracking modules.</a:t>
            </a:r>
          </a:p>
          <a:p>
            <a:r>
              <a:t>- Develop a front-end using Python or HTML.</a:t>
            </a:r>
          </a:p>
          <a:p>
            <a:r>
              <a:t>- Integrate with cloud for better accessibility.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Presentation by Aditi Morghade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